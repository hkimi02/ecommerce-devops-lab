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DÉPLOIEMENT IaaS  ·  DEVOPS CI/CD LAB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Cloud</a:t>
            </a:r>
            <a:endParaRPr lang="en-US" sz="58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CI/CD pipeline that goes from a git push to a live, load-balanced application on AWS — with zero manual steps.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892040"/>
            <a:ext cx="1952244" cy="566928"/>
          </a:xfrm>
          <a:prstGeom prst="roundRect">
            <a:avLst>
              <a:gd name="adj" fmla="val 50000"/>
            </a:avLst>
          </a:prstGeom>
          <a:solidFill>
            <a:srgbClr val="16364F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502005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6464" y="4892040"/>
            <a:ext cx="14036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095244" y="4892040"/>
            <a:ext cx="1741932" cy="566928"/>
          </a:xfrm>
          <a:prstGeom prst="roundRect">
            <a:avLst>
              <a:gd name="adj" fmla="val 50000"/>
            </a:avLst>
          </a:prstGeom>
          <a:solidFill>
            <a:srgbClr val="16364F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548" y="502005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07308" y="4892040"/>
            <a:ext cx="11932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65776" y="4892040"/>
            <a:ext cx="1636776" cy="566928"/>
          </a:xfrm>
          <a:prstGeom prst="roundRect">
            <a:avLst>
              <a:gd name="adj" fmla="val 50000"/>
            </a:avLst>
          </a:prstGeom>
          <a:solidFill>
            <a:srgbClr val="16364F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502005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77840" y="4892040"/>
            <a:ext cx="1088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931152" y="4892040"/>
            <a:ext cx="2478024" cy="566928"/>
          </a:xfrm>
          <a:prstGeom prst="roundRect">
            <a:avLst>
              <a:gd name="adj" fmla="val 50000"/>
            </a:avLst>
          </a:prstGeom>
          <a:solidFill>
            <a:srgbClr val="16364F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502005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43216" y="4892040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Amin Hkimi   |   ITEAM University — ING CCV 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GOAL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a commit to a running 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objective: apply Infrastructure as Code and CI/CD end to end. A single push to the main branch triggers a pipeline that provisions, configures and deploys everything automatically — no one ever opens the AWS Console.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800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Repeatable  ·  Version-controlled  ·  Identical every run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12080" y="1783080"/>
            <a:ext cx="6309360" cy="1325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0" y="1783080"/>
            <a:ext cx="91440" cy="1325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Shape 6"/>
          <p:cNvSpPr/>
          <p:nvPr/>
        </p:nvSpPr>
        <p:spPr>
          <a:xfrm>
            <a:off x="5532120" y="2093976"/>
            <a:ext cx="713232" cy="713232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0428" y="2272284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652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46520" y="23500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Provision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46520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builds the cloud infrastructure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12080" y="3264408"/>
            <a:ext cx="6309360" cy="1325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212080" y="3264408"/>
            <a:ext cx="91440" cy="1325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Shape 12"/>
          <p:cNvSpPr/>
          <p:nvPr/>
        </p:nvSpPr>
        <p:spPr>
          <a:xfrm>
            <a:off x="5532120" y="3575304"/>
            <a:ext cx="713232" cy="713232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428" y="3753612"/>
            <a:ext cx="356616" cy="35661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46520" y="34472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6446520" y="383133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446520" y="41788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sets up the servers over SSH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212080" y="4745736"/>
            <a:ext cx="6309360" cy="1325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212080" y="4745736"/>
            <a:ext cx="91440" cy="1325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Shape 18"/>
          <p:cNvSpPr/>
          <p:nvPr/>
        </p:nvSpPr>
        <p:spPr>
          <a:xfrm>
            <a:off x="5532120" y="5056632"/>
            <a:ext cx="713232" cy="713232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428" y="5234940"/>
            <a:ext cx="356616" cy="35661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46520" y="49286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25" name="Text 20"/>
          <p:cNvSpPr/>
          <p:nvPr/>
        </p:nvSpPr>
        <p:spPr>
          <a:xfrm>
            <a:off x="6446520" y="531266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446520" y="56601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runs the containerized application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FITS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AUTOMATION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4543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2481499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0312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push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551176" y="2628900"/>
            <a:ext cx="246888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834640" y="2103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99232" y="2345436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295" y="2481499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10312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745736" y="2628900"/>
            <a:ext cx="246888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029200" y="2103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193792" y="2345436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855" y="248149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06440" y="210312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Terraform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940296" y="2628900"/>
            <a:ext cx="246888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223760" y="2103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88352" y="2345436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415" y="2481499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01000" y="210312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Infra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9134856" y="2628900"/>
            <a:ext cx="246888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9418320" y="2103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582912" y="2345436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8975" y="2481499"/>
            <a:ext cx="294803" cy="29480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195560" y="210312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Ansible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64008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RUNTIME  (inside the EC2 instances)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40080" y="41148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04672" y="43571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735" y="4493179"/>
            <a:ext cx="294803" cy="29480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417320" y="411480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2551176" y="4640580"/>
            <a:ext cx="246888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5" name="Shape 27"/>
          <p:cNvSpPr/>
          <p:nvPr/>
        </p:nvSpPr>
        <p:spPr>
          <a:xfrm>
            <a:off x="2834640" y="41148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2999232" y="4357116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5295" y="4493179"/>
            <a:ext cx="294803" cy="294803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3611880" y="411480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ALB</a:t>
            </a:r>
            <a:endParaRPr lang="en-US" sz="1350" dirty="0"/>
          </a:p>
        </p:txBody>
      </p:sp>
      <p:sp>
        <p:nvSpPr>
          <p:cNvPr id="39" name="Shape 30"/>
          <p:cNvSpPr/>
          <p:nvPr/>
        </p:nvSpPr>
        <p:spPr>
          <a:xfrm>
            <a:off x="4745736" y="4640580"/>
            <a:ext cx="246888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40" name="Shape 31"/>
          <p:cNvSpPr/>
          <p:nvPr/>
        </p:nvSpPr>
        <p:spPr>
          <a:xfrm>
            <a:off x="5029200" y="41148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5193792" y="4357116"/>
            <a:ext cx="566928" cy="566928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7493" y="4430817"/>
            <a:ext cx="419527" cy="419527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5193792" y="435711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4376" y="4457700"/>
            <a:ext cx="365760" cy="36576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5806440" y="411480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Nginx</a:t>
            </a:r>
            <a:endParaRPr lang="en-US" sz="1350" dirty="0"/>
          </a:p>
        </p:txBody>
      </p:sp>
      <p:sp>
        <p:nvSpPr>
          <p:cNvPr id="46" name="Shape 35"/>
          <p:cNvSpPr/>
          <p:nvPr/>
        </p:nvSpPr>
        <p:spPr>
          <a:xfrm>
            <a:off x="6940296" y="4640580"/>
            <a:ext cx="246888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47" name="Shape 36"/>
          <p:cNvSpPr/>
          <p:nvPr/>
        </p:nvSpPr>
        <p:spPr>
          <a:xfrm>
            <a:off x="7223760" y="41148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48" name="Shape 37"/>
          <p:cNvSpPr/>
          <p:nvPr/>
        </p:nvSpPr>
        <p:spPr>
          <a:xfrm>
            <a:off x="7388352" y="4357116"/>
            <a:ext cx="566928" cy="566928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2053" y="4430817"/>
            <a:ext cx="419527" cy="419527"/>
          </a:xfrm>
          <a:prstGeom prst="rect">
            <a:avLst/>
          </a:prstGeom>
        </p:spPr>
      </p:pic>
      <p:sp>
        <p:nvSpPr>
          <p:cNvPr id="50" name="Shape 38"/>
          <p:cNvSpPr/>
          <p:nvPr/>
        </p:nvSpPr>
        <p:spPr>
          <a:xfrm>
            <a:off x="7388352" y="435711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88936" y="4457700"/>
            <a:ext cx="365760" cy="365760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8001000" y="411480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PM2</a:t>
            </a:r>
            <a:endParaRPr lang="en-US" sz="1350" dirty="0"/>
          </a:p>
        </p:txBody>
      </p:sp>
      <p:sp>
        <p:nvSpPr>
          <p:cNvPr id="53" name="Shape 40"/>
          <p:cNvSpPr/>
          <p:nvPr/>
        </p:nvSpPr>
        <p:spPr>
          <a:xfrm>
            <a:off x="9134856" y="4640580"/>
            <a:ext cx="246888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54" name="Shape 41"/>
          <p:cNvSpPr/>
          <p:nvPr/>
        </p:nvSpPr>
        <p:spPr>
          <a:xfrm>
            <a:off x="9418320" y="41148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55" name="Shape 42"/>
          <p:cNvSpPr/>
          <p:nvPr/>
        </p:nvSpPr>
        <p:spPr>
          <a:xfrm>
            <a:off x="9582912" y="4357116"/>
            <a:ext cx="566928" cy="566928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6613" y="4430817"/>
            <a:ext cx="419527" cy="419527"/>
          </a:xfrm>
          <a:prstGeom prst="rect">
            <a:avLst/>
          </a:prstGeom>
        </p:spPr>
      </p:pic>
      <p:sp>
        <p:nvSpPr>
          <p:cNvPr id="57" name="Shape 43"/>
          <p:cNvSpPr/>
          <p:nvPr/>
        </p:nvSpPr>
        <p:spPr>
          <a:xfrm>
            <a:off x="9582912" y="435711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83496" y="4457700"/>
            <a:ext cx="365760" cy="365760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10195560" y="411480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</a:t>
            </a:r>
            <a:endParaRPr lang="en-US" sz="1350" dirty="0"/>
          </a:p>
        </p:txBody>
      </p:sp>
      <p:sp>
        <p:nvSpPr>
          <p:cNvPr id="60" name="Shape 45"/>
          <p:cNvSpPr/>
          <p:nvPr/>
        </p:nvSpPr>
        <p:spPr>
          <a:xfrm>
            <a:off x="640080" y="562356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0F2A43"/>
          </a:solidFill>
          <a:ln/>
        </p:spPr>
      </p:sp>
      <p:pic>
        <p:nvPicPr>
          <p:cNvPr id="6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400" y="5870448"/>
            <a:ext cx="292608" cy="292608"/>
          </a:xfrm>
          <a:prstGeom prst="rect">
            <a:avLst/>
          </a:prstGeom>
        </p:spPr>
      </p:pic>
      <p:sp>
        <p:nvSpPr>
          <p:cNvPr id="62" name="Text 46"/>
          <p:cNvSpPr/>
          <p:nvPr/>
        </p:nvSpPr>
        <p:spPr>
          <a:xfrm>
            <a:off x="1371600" y="56235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EC2 instances behind one load balancer — high availability, and a clean separation between automation and runtime.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SEPARATION OF CONCERNS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pipeline, four specialized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2057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5349240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24028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44144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48840" y="22585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Terraform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148840" y="266090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AS CODE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24128" y="3246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what cloud resources must exist — the network, servers and load balancer.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91072" y="1874520"/>
            <a:ext cx="5349240" cy="2057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91072" y="1874520"/>
            <a:ext cx="5349240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0"/>
          <p:cNvSpPr/>
          <p:nvPr/>
        </p:nvSpPr>
        <p:spPr>
          <a:xfrm>
            <a:off x="6656832" y="224028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441448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99832" y="22585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Ansible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799832" y="266090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 MANAGEMENT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675120" y="3246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what runs on the servers: installs Docker and starts the stack over SSH.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4233672"/>
            <a:ext cx="5349240" cy="2057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" y="4233672"/>
            <a:ext cx="5349240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Shape 16"/>
          <p:cNvSpPr/>
          <p:nvPr/>
        </p:nvSpPr>
        <p:spPr>
          <a:xfrm>
            <a:off x="1005840" y="4599432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800600"/>
            <a:ext cx="512064" cy="5120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148840" y="46177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2148840" y="502005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CONTAINERIZATION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024128" y="56052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the app and its dependencies into portable, identical containers.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291072" y="4233672"/>
            <a:ext cx="5349240" cy="2057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291072" y="4233672"/>
            <a:ext cx="5349240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Shape 22"/>
          <p:cNvSpPr/>
          <p:nvPr/>
        </p:nvSpPr>
        <p:spPr>
          <a:xfrm>
            <a:off x="6656832" y="4599432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800600"/>
            <a:ext cx="512064" cy="51206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799832" y="46177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7799832" y="502005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ORCHESTRATION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675120" y="56052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the three together into one automated pipeline, triggered by a git push.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1 — PROVISIONING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Terraform — Infrastructure as Code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931920" cy="402336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5" name="Shape 3"/>
          <p:cNvSpPr/>
          <p:nvPr/>
        </p:nvSpPr>
        <p:spPr>
          <a:xfrm>
            <a:off x="2240280" y="22860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4872" y="24505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00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infrastructure is declared in version-controlled .tf files.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 CREATED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60120" y="449884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·  2 subnets  ·  2 EC2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37760" y="1874520"/>
            <a:ext cx="6611112" cy="120700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874520"/>
            <a:ext cx="91440" cy="1207008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13055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203911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Declarative &amp; repeatable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623560" y="2404872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.tf code produces the exact same infrastructure every time it runs.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937760" y="3236976"/>
            <a:ext cx="6611112" cy="120700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937760" y="3236976"/>
            <a:ext cx="91440" cy="1207008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3493008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23560" y="340156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Remote state in S3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5623560" y="3767328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stored in an S3 bucket with locking — so apply and destroy can run in separate pipeline jobs.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4937760" y="4599432"/>
            <a:ext cx="6611112" cy="1207008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37760" y="4599432"/>
            <a:ext cx="91440" cy="1207008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4855464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47640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AMI lookup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5623560" y="512978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Ubuntu image is resolved through an AWS parameter — always the latest patched version, never a stale ID.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 — CONFIGURATION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Ansible — Configuration Management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75304" cy="2468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43459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1546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inventory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584448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IPs don't exist until Terraform finishes — so the pipeline generates the Ansible inventory on the fly from Terraform's output.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89704" y="1920240"/>
            <a:ext cx="3575304" cy="2468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9744" y="2240280"/>
            <a:ext cx="777240" cy="77724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54" y="243459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9744" y="31546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Idempotent playbook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809744" y="3584448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Docker, copy the app, start the containers. Running it ten times yields the same result — no configuration drift.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39328" y="1920240"/>
            <a:ext cx="3575304" cy="2468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59368" y="2240280"/>
            <a:ext cx="777240" cy="77724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678" y="243459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59368" y="31546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Agentless over SSH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659368" y="3584448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needs nothing pre-installed on the servers — it connects over plain SSH using the key from GitHub Secrets.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663440"/>
            <a:ext cx="10908792" cy="1417320"/>
          </a:xfrm>
          <a:prstGeom prst="roundRect">
            <a:avLst>
              <a:gd name="adj" fmla="val 6452"/>
            </a:avLst>
          </a:prstGeom>
          <a:solidFill>
            <a:srgbClr val="0F2A43"/>
          </a:solidFill>
          <a:ln/>
        </p:spPr>
      </p:sp>
      <p:sp>
        <p:nvSpPr>
          <p:cNvPr id="20" name="Shape 15"/>
          <p:cNvSpPr/>
          <p:nvPr/>
        </p:nvSpPr>
        <p:spPr>
          <a:xfrm>
            <a:off x="1051560" y="502920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1636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143000" y="502920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outputs IPs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3328416" y="5385816"/>
            <a:ext cx="36576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3730752" y="502920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1636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822192" y="502920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inventory.ini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007608" y="5385816"/>
            <a:ext cx="36576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6409944" y="502920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1636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501384" y="502920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playbook over SSH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686800" y="5385816"/>
            <a:ext cx="36576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9089136" y="502920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1636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9180576" y="502920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stack live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3 — THE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— A Containerized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containers, one Docker Compose file. The application behaves identically on a laptop, in the pipeline, and on the EC2 instance.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2514600"/>
            <a:ext cx="3246120" cy="2697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14600"/>
            <a:ext cx="3246120" cy="109728"/>
          </a:xfrm>
          <a:prstGeom prst="rect">
            <a:avLst/>
          </a:prstGeom>
          <a:solidFill>
            <a:srgbClr val="009639"/>
          </a:solidFill>
          <a:ln/>
        </p:spPr>
      </p:sp>
      <p:sp>
        <p:nvSpPr>
          <p:cNvPr id="7" name="Shape 5"/>
          <p:cNvSpPr/>
          <p:nvPr/>
        </p:nvSpPr>
        <p:spPr>
          <a:xfrm>
            <a:off x="1988820" y="278892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9132" y="2999232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3886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Nginx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51560" y="42793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 PROXY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43000" y="46177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traffic on port 80 and forwards it to the application.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87952" y="3858768"/>
            <a:ext cx="420624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681728" y="2514600"/>
            <a:ext cx="3246120" cy="2697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81728" y="2514600"/>
            <a:ext cx="3246120" cy="109728"/>
          </a:xfrm>
          <a:prstGeom prst="rect">
            <a:avLst/>
          </a:prstGeom>
          <a:solidFill>
            <a:srgbClr val="5FA04E"/>
          </a:solidFill>
          <a:ln/>
        </p:spPr>
      </p:sp>
      <p:sp>
        <p:nvSpPr>
          <p:cNvPr id="15" name="Shape 12"/>
          <p:cNvSpPr/>
          <p:nvPr/>
        </p:nvSpPr>
        <p:spPr>
          <a:xfrm>
            <a:off x="5801868" y="278892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2999232"/>
            <a:ext cx="585216" cy="58521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64608" y="3886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+ PM2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4864608" y="42793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956048" y="46177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 managed by PM2 — auto-restarts on crash.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001000" y="3858768"/>
            <a:ext cx="420624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8494776" y="2514600"/>
            <a:ext cx="3246120" cy="2697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494776" y="2514600"/>
            <a:ext cx="3246120" cy="109728"/>
          </a:xfrm>
          <a:prstGeom prst="rect">
            <a:avLst/>
          </a:prstGeom>
          <a:solidFill>
            <a:srgbClr val="47A248"/>
          </a:solidFill>
          <a:ln/>
        </p:spPr>
      </p:sp>
      <p:sp>
        <p:nvSpPr>
          <p:cNvPr id="23" name="Shape 19"/>
          <p:cNvSpPr/>
          <p:nvPr/>
        </p:nvSpPr>
        <p:spPr>
          <a:xfrm>
            <a:off x="9614916" y="2788920"/>
            <a:ext cx="1005840" cy="1005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228" y="2999232"/>
            <a:ext cx="585216" cy="58521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677656" y="3886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8677656" y="42793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769096" y="46177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product catalogue, persisted on a Docker volume.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Orchestrated by Docker Compose  ·  installed automatically by Ansible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ORCHESTRATOR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 — The CI/CD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TRIGGER:  git push → main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3456432" cy="2697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697480"/>
            <a:ext cx="3456432" cy="50292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456432"/>
            <a:ext cx="731520" cy="73152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63931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42976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Provision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14400" y="4709160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init, plan and apply — the AWS infrastructure is created.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14800" y="4041648"/>
            <a:ext cx="2286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361688" y="2697480"/>
            <a:ext cx="3456432" cy="2697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61688" y="2697480"/>
            <a:ext cx="3456432" cy="50292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16" name="Text 13"/>
          <p:cNvSpPr/>
          <p:nvPr/>
        </p:nvSpPr>
        <p:spPr>
          <a:xfrm>
            <a:off x="4636008" y="269748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36008" y="3456432"/>
            <a:ext cx="731520" cy="731520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3639312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36008" y="42976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 &amp; Deploy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4636008" y="4709160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Job 1, then Ansible installs Docker and launches the app.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7836408" y="4041648"/>
            <a:ext cx="2286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8083296" y="2697480"/>
            <a:ext cx="3456432" cy="2697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083296" y="2697480"/>
            <a:ext cx="3456432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Text 20"/>
          <p:cNvSpPr/>
          <p:nvPr/>
        </p:nvSpPr>
        <p:spPr>
          <a:xfrm>
            <a:off x="8357616" y="269748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3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357616" y="3456432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3639312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357616" y="42976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Destroy (manual)</a:t>
            </a:r>
            <a:endParaRPr lang="en-US" sz="1650" dirty="0"/>
          </a:p>
        </p:txBody>
      </p:sp>
      <p:sp>
        <p:nvSpPr>
          <p:cNvPr id="28" name="Text 23"/>
          <p:cNvSpPr/>
          <p:nvPr/>
        </p:nvSpPr>
        <p:spPr>
          <a:xfrm>
            <a:off x="8357616" y="4709160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teardown — removes every billable resource to control cost.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commit is the deployment — no manual step between code and production.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Deployed automatically — and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85216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5852160" cy="45720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75688"/>
            <a:ext cx="146304" cy="14630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2075688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075688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Shape 7"/>
          <p:cNvSpPr/>
          <p:nvPr/>
        </p:nvSpPr>
        <p:spPr>
          <a:xfrm>
            <a:off x="1737360" y="2020824"/>
            <a:ext cx="4480560" cy="256032"/>
          </a:xfrm>
          <a:prstGeom prst="roundRect">
            <a:avLst>
              <a:gd name="adj" fmla="val 50000"/>
            </a:avLst>
          </a:prstGeom>
          <a:solidFill>
            <a:srgbClr val="16364F"/>
          </a:solidFill>
          <a:ln/>
        </p:spPr>
      </p:sp>
      <p:sp>
        <p:nvSpPr>
          <p:cNvPr id="10" name="Text 8"/>
          <p:cNvSpPr/>
          <p:nvPr/>
        </p:nvSpPr>
        <p:spPr>
          <a:xfrm>
            <a:off x="1874520" y="2011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http://&lt;alb-dns-name&gt;.elb.amazonaws.com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43000" y="2743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E-Commerce Store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43000" y="3520440"/>
            <a:ext cx="4846320" cy="51206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352044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352044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$1200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143000" y="4178808"/>
            <a:ext cx="4846320" cy="51206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41788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3440" y="417880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$800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4937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by container host: web-1  →  refresh  →  web-2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1920240"/>
            <a:ext cx="2377440" cy="1865376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208483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6766560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EC2 instances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76656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load-balanced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436608" y="1920240"/>
            <a:ext cx="2377440" cy="1865376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436608" y="208483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9436608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Balancer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436608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66560" y="3986784"/>
            <a:ext cx="2377440" cy="1865376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0" y="4151376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6766560" y="5010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766560" y="5358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· Node · Mongo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436608" y="3986784"/>
            <a:ext cx="2377440" cy="1865376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88900" dist="38100" dir="8100000">
              <a:srgbClr val="0F2A43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436608" y="4151376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5200" dirty="0"/>
          </a:p>
        </p:txBody>
      </p:sp>
      <p:sp>
        <p:nvSpPr>
          <p:cNvPr id="33" name="Text 31"/>
          <p:cNvSpPr/>
          <p:nvPr/>
        </p:nvSpPr>
        <p:spPr>
          <a:xfrm>
            <a:off x="9436608" y="5010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steps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436608" y="5358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Decisions &amp;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61320" cy="1371600"/>
          </a:xfrm>
          <a:prstGeom prst="rect">
            <a:avLst/>
          </a:prstGeom>
          <a:solidFill>
            <a:srgbClr val="16364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65960"/>
            <a:ext cx="91440" cy="1371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214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DESIGN DECISION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9728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instances run in public subnets (not private behind a NAT Gateway) so the CI/CD runner can reach them over SSH and to keep cost near zero — yet security holds: instances accept web traffic only from the load balancer's security group.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LAB DEMONSTRATES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931920"/>
            <a:ext cx="2587752" cy="1828800"/>
          </a:xfrm>
          <a:prstGeom prst="rect">
            <a:avLst/>
          </a:prstGeom>
          <a:solidFill>
            <a:srgbClr val="16364F"/>
          </a:solidFill>
          <a:ln/>
        </p:spPr>
      </p:sp>
      <p:sp>
        <p:nvSpPr>
          <p:cNvPr id="11" name="Shape 9"/>
          <p:cNvSpPr/>
          <p:nvPr/>
        </p:nvSpPr>
        <p:spPr>
          <a:xfrm>
            <a:off x="1078992" y="416052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432054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78992" y="484632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as Code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078992" y="532180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resources defined, reviewed and versioned like software.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474720" y="3931920"/>
            <a:ext cx="2587752" cy="1828800"/>
          </a:xfrm>
          <a:prstGeom prst="rect">
            <a:avLst/>
          </a:prstGeom>
          <a:solidFill>
            <a:srgbClr val="16364F"/>
          </a:solidFill>
          <a:ln/>
        </p:spPr>
      </p:sp>
      <p:sp>
        <p:nvSpPr>
          <p:cNvPr id="16" name="Shape 13"/>
          <p:cNvSpPr/>
          <p:nvPr/>
        </p:nvSpPr>
        <p:spPr>
          <a:xfrm>
            <a:off x="3730752" y="416052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772" y="432054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30752" y="484632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 Management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3730752" y="532180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setup automated and idempotent with Ansible.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126480" y="3931920"/>
            <a:ext cx="2587752" cy="1828800"/>
          </a:xfrm>
          <a:prstGeom prst="rect">
            <a:avLst/>
          </a:prstGeom>
          <a:solidFill>
            <a:srgbClr val="16364F"/>
          </a:solidFill>
          <a:ln/>
        </p:spPr>
      </p:sp>
      <p:sp>
        <p:nvSpPr>
          <p:cNvPr id="21" name="Shape 17"/>
          <p:cNvSpPr/>
          <p:nvPr/>
        </p:nvSpPr>
        <p:spPr>
          <a:xfrm>
            <a:off x="6382512" y="416052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32" y="432054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82512" y="484632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Containerization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382512" y="532180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portable application packaging with Docker.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778240" y="3931920"/>
            <a:ext cx="2587752" cy="1828800"/>
          </a:xfrm>
          <a:prstGeom prst="rect">
            <a:avLst/>
          </a:prstGeom>
          <a:solidFill>
            <a:srgbClr val="16364F"/>
          </a:solidFill>
          <a:ln/>
        </p:spPr>
      </p:sp>
      <p:sp>
        <p:nvSpPr>
          <p:cNvPr id="26" name="Shape 21"/>
          <p:cNvSpPr/>
          <p:nvPr/>
        </p:nvSpPr>
        <p:spPr>
          <a:xfrm>
            <a:off x="9034272" y="416052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4292" y="4320540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034272" y="484632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Automation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9034272" y="532180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git push to live deployment with no manual step.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 —  questions welcome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CI/CD Mini-Project</dc:title>
  <dc:subject>PptxGenJS Presentation</dc:subject>
  <dc:creator>Mohamed Amin Hkimi</dc:creator>
  <cp:lastModifiedBy>Mohamed Amin Hkimi</cp:lastModifiedBy>
  <cp:revision>1</cp:revision>
  <dcterms:created xsi:type="dcterms:W3CDTF">2026-05-22T16:55:02Z</dcterms:created>
  <dcterms:modified xsi:type="dcterms:W3CDTF">2026-05-22T16:55:02Z</dcterms:modified>
</cp:coreProperties>
</file>